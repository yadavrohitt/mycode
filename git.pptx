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2F376F-405B-403F-BF0C-1A87E85DBB7A}" v="209" dt="2026-05-11T06:20:08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F9FA-2370-25B9-421B-BC4CC731E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EEB18-E52D-91F5-9E0B-97839491D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01E8B-D2BF-91AC-9218-FB2764E9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40F8B-C335-4886-E3B8-409C133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D5AF4-0909-946F-0F73-BDCC5E34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50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61E4-64E2-317A-3597-47E7E683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7AD2E-CF56-AA93-2A69-4C9BFCB05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77B5C-D87B-20D9-A13B-2FA6BA07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38558-DF15-0F88-41A7-8E7BFCC8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7946-8710-5949-0304-5EC7EDBF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0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8265-5F06-1BA3-04CD-B73D5769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655B8-686A-50AF-3157-507AFCAC2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14FD6-2D9C-4281-2AC5-310C643A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F2533-7DB4-7313-3BFD-68FAEF81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1BFF6-3F3A-8DBA-3479-69595231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7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979E-1FC3-7C90-D06A-88B5B55A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908B-399B-8BC0-3186-E3165C340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DFB0-0544-7F7F-8C18-EBC4FD77D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930BD-5081-CE7F-60B7-CECE2C31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18FC6-DB32-3A1F-6D66-57C51327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F6B89-A718-B029-7996-5E205E57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4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8FAF-CA87-59AE-AD19-E1D40832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3C6AA-07A2-5B8E-246E-C0CA154A3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AE68A-8ED5-C4CB-15D1-8EAB71854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CE4F6-6DB2-5F01-FB09-E05E06986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509A8-7620-3FC4-B88A-B583B7891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7E5E4-7968-5CC9-F84A-AD5384B6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C38D6-16FA-F2A6-990D-64AAFF19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85974-BC2C-9F97-EC2B-890D1F5E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07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2D99-812D-7895-1BC8-4D41B654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D8371-F271-B476-5DE5-E7D2FD1E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1FA8C-3A67-D8B9-CEB9-825EF71F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1B941-12EE-6379-39B2-5634F197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7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F4A6D-DEF1-66F2-88AF-9BFA9FF8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8F23F1-9266-AAB9-15D8-22E19601A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85FCD-A8F6-886F-5739-4C662CC0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85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8CF0-B595-BE9C-5E6F-AA4D2B9FB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424C0-7E73-3A8E-E1A8-334947D8E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ED805-7337-B06B-6BA9-D97FD1220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4F4C1-5B1B-962E-7665-6C997F28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8FE0B-6E43-D9A2-D181-85F9D427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64ECE-09CE-3DA1-66D5-C592AD7F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62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7027-CCC0-C7E0-B72C-42D7BDD0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3A031-C06B-F455-2EA2-2F44437B6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B7481-6E87-708C-47C7-F75D46E2B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C7464-B37B-EA48-46BE-70D85EEA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C24A-BD57-866F-4148-11351CEC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07840-BCD5-ACEB-D56F-FF221812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14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0F45-D201-B6FF-B394-91D92EBC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9E51B-B068-51D2-4B55-1B84864E5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FBAB4-4589-3035-86B9-CA03B32B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B2C2E-08FA-44F2-9B98-6E0FD59F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498A7-2557-0494-054C-453C4F6E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35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8A7D3-4AC8-70B4-95CB-8C0ECF804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EC720-255E-2FBC-85FA-8FBA256F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045DD-BF03-3BC6-6E75-796775B07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AE535-1BAC-2029-E9A9-9D3B63B3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D668A-8FFF-69F5-BCF0-133A76C9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30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FFD68-A490-66CD-6EE5-27017C97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506E6-9DE0-8A62-55A1-4B55AC6E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C9B07-99FF-76D0-4836-471F4C98B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23451-EEF6-49F0-BFDC-F859C7F12CD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5D772-126F-609D-2EB4-630AA84B1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E19F5-F4C2-2933-32B8-0D92A2AC5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C1986-96F7-44C4-88C4-D19BBE19D00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EA26D-D891-3675-EEAE-15CCBE6984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72138" y="635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4893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E09FD1-F016-393B-3277-8E337E267A65}"/>
              </a:ext>
            </a:extLst>
          </p:cNvPr>
          <p:cNvSpPr/>
          <p:nvPr/>
        </p:nvSpPr>
        <p:spPr>
          <a:xfrm>
            <a:off x="7983415" y="2174630"/>
            <a:ext cx="3657600" cy="25087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2B4E6-2C12-8955-A165-28D37D8A9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4" b="52579"/>
          <a:stretch>
            <a:fillRect/>
          </a:stretch>
        </p:blipFill>
        <p:spPr bwMode="auto">
          <a:xfrm rot="10800000">
            <a:off x="3436554" y="299202"/>
            <a:ext cx="4092944" cy="160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57526C-4944-FB36-0124-342F06D6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959" y="2306163"/>
            <a:ext cx="1695686" cy="2243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71928D-17C6-A2C8-3C8A-832352409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883" y="2513182"/>
            <a:ext cx="1390122" cy="18294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7D917A-4A08-3CAA-ED90-DC5F918D7B51}"/>
              </a:ext>
            </a:extLst>
          </p:cNvPr>
          <p:cNvCxnSpPr>
            <a:cxnSpLocks/>
          </p:cNvCxnSpPr>
          <p:nvPr/>
        </p:nvCxnSpPr>
        <p:spPr>
          <a:xfrm>
            <a:off x="7092462" y="691662"/>
            <a:ext cx="1711569" cy="148074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5EF3154-8606-ECB0-FF32-3F1CC63F0F61}"/>
              </a:ext>
            </a:extLst>
          </p:cNvPr>
          <p:cNvSpPr txBox="1"/>
          <p:nvPr/>
        </p:nvSpPr>
        <p:spPr>
          <a:xfrm>
            <a:off x="9411853" y="1871065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1</a:t>
            </a:r>
            <a:endParaRPr lang="en-IN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409B23-0F69-4D4C-ECF8-C5BE519D2D34}"/>
              </a:ext>
            </a:extLst>
          </p:cNvPr>
          <p:cNvSpPr txBox="1"/>
          <p:nvPr/>
        </p:nvSpPr>
        <p:spPr>
          <a:xfrm>
            <a:off x="8020459" y="4831803"/>
            <a:ext cx="362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Action Required</a:t>
            </a:r>
            <a:br>
              <a:rPr lang="en-US" sz="1600" b="1" dirty="0"/>
            </a:br>
            <a:r>
              <a:rPr lang="en-US" sz="1600" b="1" dirty="0"/>
              <a:t>1.</a:t>
            </a:r>
            <a:endParaRPr lang="en-IN" sz="1600" b="1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813FBD1B-0224-2B92-2B77-12602A832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85" y="2454597"/>
            <a:ext cx="1782904" cy="237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Image">
            <a:extLst>
              <a:ext uri="{FF2B5EF4-FFF2-40B4-BE49-F238E27FC236}">
                <a16:creationId xmlns:a16="http://schemas.microsoft.com/office/drawing/2014/main" id="{9C9B1CFA-56F2-9F6B-9525-2E6237FE9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069" y="2608637"/>
            <a:ext cx="1551843" cy="20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D9700E-C7B1-9D78-5E48-420DD8A2BA53}"/>
              </a:ext>
            </a:extLst>
          </p:cNvPr>
          <p:cNvSpPr txBox="1"/>
          <p:nvPr/>
        </p:nvSpPr>
        <p:spPr>
          <a:xfrm>
            <a:off x="833584" y="2003130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2</a:t>
            </a:r>
            <a:endParaRPr lang="en-IN" sz="1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73C0CB-7F82-E544-B9B9-70BE6A519B60}"/>
              </a:ext>
            </a:extLst>
          </p:cNvPr>
          <p:cNvSpPr/>
          <p:nvPr/>
        </p:nvSpPr>
        <p:spPr>
          <a:xfrm>
            <a:off x="328246" y="2388830"/>
            <a:ext cx="3985846" cy="250873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7AE867-0CA5-112F-92A6-E4AA7322E2E7}"/>
              </a:ext>
            </a:extLst>
          </p:cNvPr>
          <p:cNvCxnSpPr>
            <a:cxnSpLocks/>
          </p:cNvCxnSpPr>
          <p:nvPr/>
        </p:nvCxnSpPr>
        <p:spPr>
          <a:xfrm flipH="1">
            <a:off x="2778369" y="691662"/>
            <a:ext cx="3903785" cy="169716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56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0BE17-F450-E847-3129-EC12D94F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E26E1C9-6DC7-AA67-8F3C-82BAE854FC3B}"/>
              </a:ext>
            </a:extLst>
          </p:cNvPr>
          <p:cNvSpPr/>
          <p:nvPr/>
        </p:nvSpPr>
        <p:spPr>
          <a:xfrm>
            <a:off x="7948246" y="2174630"/>
            <a:ext cx="3692769" cy="25087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57831-A338-EBBF-4D18-0683EBB822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4" b="52579"/>
          <a:stretch>
            <a:fillRect/>
          </a:stretch>
        </p:blipFill>
        <p:spPr bwMode="auto">
          <a:xfrm rot="10800000">
            <a:off x="3436554" y="299202"/>
            <a:ext cx="4092944" cy="160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10A251-7707-EDF3-FF35-F54B31627B5C}"/>
              </a:ext>
            </a:extLst>
          </p:cNvPr>
          <p:cNvCxnSpPr>
            <a:cxnSpLocks/>
          </p:cNvCxnSpPr>
          <p:nvPr/>
        </p:nvCxnSpPr>
        <p:spPr>
          <a:xfrm>
            <a:off x="6295292" y="715108"/>
            <a:ext cx="2508739" cy="145729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5D22485-F28D-527B-3B70-644D9421E940}"/>
              </a:ext>
            </a:extLst>
          </p:cNvPr>
          <p:cNvSpPr txBox="1"/>
          <p:nvPr/>
        </p:nvSpPr>
        <p:spPr>
          <a:xfrm>
            <a:off x="9411853" y="1871065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3</a:t>
            </a:r>
            <a:endParaRPr lang="en-IN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1B0281-373D-FC83-63EA-5B40A6F3FAC8}"/>
              </a:ext>
            </a:extLst>
          </p:cNvPr>
          <p:cNvSpPr txBox="1"/>
          <p:nvPr/>
        </p:nvSpPr>
        <p:spPr>
          <a:xfrm>
            <a:off x="8020459" y="4831803"/>
            <a:ext cx="362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Action Required</a:t>
            </a:r>
            <a:br>
              <a:rPr lang="en-US" sz="1600" b="1" dirty="0"/>
            </a:br>
            <a:r>
              <a:rPr lang="en-US" sz="1600" b="1" dirty="0"/>
              <a:t>1.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DDFF2-8404-6280-B5F3-4118423FE828}"/>
              </a:ext>
            </a:extLst>
          </p:cNvPr>
          <p:cNvSpPr txBox="1"/>
          <p:nvPr/>
        </p:nvSpPr>
        <p:spPr>
          <a:xfrm>
            <a:off x="833584" y="2003130"/>
            <a:ext cx="1549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4 &amp; 5</a:t>
            </a:r>
            <a:endParaRPr lang="en-IN" sz="1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E5FB3B-8296-67BE-30C6-65084A69D55A}"/>
              </a:ext>
            </a:extLst>
          </p:cNvPr>
          <p:cNvSpPr/>
          <p:nvPr/>
        </p:nvSpPr>
        <p:spPr>
          <a:xfrm>
            <a:off x="328246" y="2388830"/>
            <a:ext cx="3985846" cy="250873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F8F16BC4-CE46-68A6-993B-0C7A1E6C6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318" y="2236211"/>
            <a:ext cx="1873205" cy="234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Image">
            <a:extLst>
              <a:ext uri="{FF2B5EF4-FFF2-40B4-BE49-F238E27FC236}">
                <a16:creationId xmlns:a16="http://schemas.microsoft.com/office/drawing/2014/main" id="{A415C8A3-E189-7C1A-143D-4ED05F1FF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037" y="2325479"/>
            <a:ext cx="1521464" cy="216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Image">
            <a:extLst>
              <a:ext uri="{FF2B5EF4-FFF2-40B4-BE49-F238E27FC236}">
                <a16:creationId xmlns:a16="http://schemas.microsoft.com/office/drawing/2014/main" id="{40611B8F-15ED-D679-E269-72B8F3DDB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08" y="2502153"/>
            <a:ext cx="1711569" cy="228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">
            <a:extLst>
              <a:ext uri="{FF2B5EF4-FFF2-40B4-BE49-F238E27FC236}">
                <a16:creationId xmlns:a16="http://schemas.microsoft.com/office/drawing/2014/main" id="{87ABFD37-FC7D-CF6F-CAFF-2B7E1CF66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415" y="2502153"/>
            <a:ext cx="1711569" cy="228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04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CAE1-AA93-2889-84CC-2D510819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FD0D1F-78F3-50FE-536C-18B21500909D}"/>
              </a:ext>
            </a:extLst>
          </p:cNvPr>
          <p:cNvSpPr/>
          <p:nvPr/>
        </p:nvSpPr>
        <p:spPr>
          <a:xfrm>
            <a:off x="7983415" y="2174630"/>
            <a:ext cx="3657600" cy="25087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3E0E5-C1A5-A94F-66BE-81B1DC738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4" b="52579"/>
          <a:stretch>
            <a:fillRect/>
          </a:stretch>
        </p:blipFill>
        <p:spPr bwMode="auto">
          <a:xfrm rot="10800000">
            <a:off x="3436554" y="299202"/>
            <a:ext cx="4092944" cy="160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8CF01B-BB45-DAB6-6411-050157EE4B1C}"/>
              </a:ext>
            </a:extLst>
          </p:cNvPr>
          <p:cNvCxnSpPr>
            <a:cxnSpLocks/>
          </p:cNvCxnSpPr>
          <p:nvPr/>
        </p:nvCxnSpPr>
        <p:spPr>
          <a:xfrm>
            <a:off x="7092462" y="691662"/>
            <a:ext cx="1711569" cy="148074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850847-6F8F-C08A-B4B2-F4D069BB5551}"/>
              </a:ext>
            </a:extLst>
          </p:cNvPr>
          <p:cNvSpPr txBox="1"/>
          <p:nvPr/>
        </p:nvSpPr>
        <p:spPr>
          <a:xfrm>
            <a:off x="9411853" y="1871065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6</a:t>
            </a:r>
            <a:endParaRPr lang="en-IN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F309C1-1BDA-1E91-28FC-2013C0C59542}"/>
              </a:ext>
            </a:extLst>
          </p:cNvPr>
          <p:cNvSpPr txBox="1"/>
          <p:nvPr/>
        </p:nvSpPr>
        <p:spPr>
          <a:xfrm>
            <a:off x="8020459" y="4831803"/>
            <a:ext cx="362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Action Required</a:t>
            </a:r>
            <a:br>
              <a:rPr lang="en-US" sz="1600" b="1" dirty="0"/>
            </a:br>
            <a:r>
              <a:rPr lang="en-US" sz="1600" b="1" dirty="0"/>
              <a:t>1.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31F12-291E-F9E6-E876-7E72ACD3166C}"/>
              </a:ext>
            </a:extLst>
          </p:cNvPr>
          <p:cNvSpPr txBox="1"/>
          <p:nvPr/>
        </p:nvSpPr>
        <p:spPr>
          <a:xfrm>
            <a:off x="833584" y="2003130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7</a:t>
            </a:r>
            <a:endParaRPr lang="en-IN" sz="1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FC902-7A63-C8B6-8EBB-E7B8FC3B0C98}"/>
              </a:ext>
            </a:extLst>
          </p:cNvPr>
          <p:cNvSpPr/>
          <p:nvPr/>
        </p:nvSpPr>
        <p:spPr>
          <a:xfrm>
            <a:off x="328246" y="2388830"/>
            <a:ext cx="3985846" cy="250873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A8249016-26CD-EF02-1F6E-F8CCF310D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471" y="2257223"/>
            <a:ext cx="1756265" cy="234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Image">
            <a:extLst>
              <a:ext uri="{FF2B5EF4-FFF2-40B4-BE49-F238E27FC236}">
                <a16:creationId xmlns:a16="http://schemas.microsoft.com/office/drawing/2014/main" id="{A09C2FA3-2406-01A6-E5C3-5225F588F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924" y="2334798"/>
            <a:ext cx="1639902" cy="218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2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1F802-F570-8B5C-2DED-F49CC161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4ED596A-AD98-4930-47C3-45255291D017}"/>
              </a:ext>
            </a:extLst>
          </p:cNvPr>
          <p:cNvSpPr/>
          <p:nvPr/>
        </p:nvSpPr>
        <p:spPr>
          <a:xfrm>
            <a:off x="7983415" y="2174630"/>
            <a:ext cx="3657600" cy="25087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FF829-3C02-0D66-D133-A8AAEDBA9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4" b="52579"/>
          <a:stretch>
            <a:fillRect/>
          </a:stretch>
        </p:blipFill>
        <p:spPr bwMode="auto">
          <a:xfrm rot="10800000">
            <a:off x="3436554" y="299202"/>
            <a:ext cx="4092944" cy="160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48DA7E-1D43-0698-69C3-76A8BD75118B}"/>
              </a:ext>
            </a:extLst>
          </p:cNvPr>
          <p:cNvCxnSpPr>
            <a:cxnSpLocks/>
          </p:cNvCxnSpPr>
          <p:nvPr/>
        </p:nvCxnSpPr>
        <p:spPr>
          <a:xfrm>
            <a:off x="7092462" y="691662"/>
            <a:ext cx="1711569" cy="148074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261E0E-35D6-2713-59BF-455A6CE8B656}"/>
              </a:ext>
            </a:extLst>
          </p:cNvPr>
          <p:cNvSpPr txBox="1"/>
          <p:nvPr/>
        </p:nvSpPr>
        <p:spPr>
          <a:xfrm>
            <a:off x="9411853" y="1871065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8</a:t>
            </a:r>
            <a:endParaRPr lang="en-IN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3F52C-E5BF-4E9F-9826-CF408E06E359}"/>
              </a:ext>
            </a:extLst>
          </p:cNvPr>
          <p:cNvSpPr txBox="1"/>
          <p:nvPr/>
        </p:nvSpPr>
        <p:spPr>
          <a:xfrm>
            <a:off x="8020459" y="4831803"/>
            <a:ext cx="362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Action Required</a:t>
            </a:r>
            <a:br>
              <a:rPr lang="en-US" sz="1600" b="1" dirty="0"/>
            </a:br>
            <a:r>
              <a:rPr lang="en-US" sz="1600" b="1" dirty="0"/>
              <a:t>1.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6B7C3A-3D31-E605-C055-2510A6F7AABE}"/>
              </a:ext>
            </a:extLst>
          </p:cNvPr>
          <p:cNvSpPr txBox="1"/>
          <p:nvPr/>
        </p:nvSpPr>
        <p:spPr>
          <a:xfrm>
            <a:off x="833584" y="2003130"/>
            <a:ext cx="1217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Conveyor 9</a:t>
            </a:r>
            <a:endParaRPr lang="en-IN" sz="1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AE064C-0C89-D38C-BBC7-4B12C88F625F}"/>
              </a:ext>
            </a:extLst>
          </p:cNvPr>
          <p:cNvSpPr/>
          <p:nvPr/>
        </p:nvSpPr>
        <p:spPr>
          <a:xfrm>
            <a:off x="328246" y="2388830"/>
            <a:ext cx="3985846" cy="250873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4101" name="Picture 5" descr="Image">
            <a:extLst>
              <a:ext uri="{FF2B5EF4-FFF2-40B4-BE49-F238E27FC236}">
                <a16:creationId xmlns:a16="http://schemas.microsoft.com/office/drawing/2014/main" id="{2E548D46-F973-1B51-355F-F1BF72A92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214" y="2245511"/>
            <a:ext cx="1804948" cy="232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">
            <a:extLst>
              <a:ext uri="{FF2B5EF4-FFF2-40B4-BE49-F238E27FC236}">
                <a16:creationId xmlns:a16="http://schemas.microsoft.com/office/drawing/2014/main" id="{AD2CF7B7-B073-1A7B-DAB3-B2190F0ED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939" y="2245510"/>
            <a:ext cx="1627298" cy="232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mage">
            <a:extLst>
              <a:ext uri="{FF2B5EF4-FFF2-40B4-BE49-F238E27FC236}">
                <a16:creationId xmlns:a16="http://schemas.microsoft.com/office/drawing/2014/main" id="{FA180D47-1FB0-569B-C146-BA41F5CC0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14" y="2484437"/>
            <a:ext cx="1909324" cy="228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Image">
            <a:extLst>
              <a:ext uri="{FF2B5EF4-FFF2-40B4-BE49-F238E27FC236}">
                <a16:creationId xmlns:a16="http://schemas.microsoft.com/office/drawing/2014/main" id="{80C0A485-78FB-90B4-3F06-D669D882B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189" y="2518564"/>
            <a:ext cx="1644776" cy="224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28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6EA216-9E38-8130-3F12-D8C911E1E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4" b="52579"/>
          <a:stretch>
            <a:fillRect/>
          </a:stretch>
        </p:blipFill>
        <p:spPr bwMode="auto">
          <a:xfrm rot="10800000">
            <a:off x="597408" y="299202"/>
            <a:ext cx="10936224" cy="527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888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38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Yadav (DNHA)</dc:creator>
  <cp:lastModifiedBy>Rohit Yadav (DNHA)</cp:lastModifiedBy>
  <cp:revision>2</cp:revision>
  <dcterms:created xsi:type="dcterms:W3CDTF">2026-05-11T05:41:25Z</dcterms:created>
  <dcterms:modified xsi:type="dcterms:W3CDTF">2026-05-11T06:20:33Z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2026-05-11T05:41:35Z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38e022c4-eed5-41a9-8992-9a93d8c63185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</vt:lpwstr>
  </property>
</Properties>
</file>